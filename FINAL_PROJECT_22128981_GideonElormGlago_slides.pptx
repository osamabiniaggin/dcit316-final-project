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1C222B"/>
                </a:solidFill>
              </a:defRPr>
            </a:pPr>
            <a:r>
              <a:t>Translationese All the Way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A6370"/>
                </a:solidFill>
              </a:defRPr>
            </a:pPr>
            <a:r>
              <a:t>Auditing what "supports Twi" means in social media NLP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Gideon Elorm Glago · 22128981</a:t>
            </a:r>
          </a:p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DCIT 316: Computational Models for Social Media Mining · University of Ghana</a:t>
            </a:r>
          </a:p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https://github.com/osamabinIaggin/dcit316-final-project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The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Twi is supported, according to the people who built the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Google Translate added Twi and Ewe in 2022.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Meta's NLLB-200 covers both. Its benchmark, FLORES-200, lists twi_Latn, aka_Latn and ewe_Latn.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AfriSenti, AfriHate and MasakhaNER 2.0 all list Twi.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From Accra, it looks as if the tools exist. This project checks what they do with Twi as people write it online.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Three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RQ1 (accountability). What do the resources that claim Twi disclose about which Twi, where the text came from, who labelled it and how much they agreed?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RQ2 (distribution). How far is the text those claims are measured on from Twi on social media?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RQ3 (capability). How do the tools a Ghanaian analyst would reach for perform on natively written Twi tweets, against a baseline trained on Twi?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1 ·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Ga, the language of Accra, is in none of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FLORES-200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MasakhaNER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AfriSenti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AfriHate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Google Tr.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NLLB-200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Twi / Akan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 (2 files)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5A6370"/>
                </a:solidFill>
              </a:defRPr>
            </a:pPr>
            <a:r>
              <a:t>Ewe has benchmarks but no social media data at all. Ga has nothing to evaluate on and nothing to train 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2 ·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The Twi benchmarks are translations into Twi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9184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Natively written?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Tokens using ɛ/ɔ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Texts writing 3 for 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Mean tokens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FLORES-200 twi_Latn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No, translated English Wikipedia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25.3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MasakhaNER 2.0 twi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No, MAFAND-MT translated news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23.4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AfriSenti twi (tweets)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5A6370"/>
                </a:solidFill>
              </a:defRPr>
            </a:pPr>
            <a:r>
              <a:t>FLORES Twi vocabulary covers 15% of the word types in the tweets.</a:t>
            </a:r>
          </a:p>
          <a:p>
            <a:pPr>
              <a:spcAft>
                <a:spcPts val="800"/>
              </a:spcAft>
              <a:defRPr sz="1700" b="0">
                <a:solidFill>
                  <a:srgbClr val="5A6370"/>
                </a:solidFill>
              </a:defRPr>
            </a:pPr>
            <a:r>
              <a:t>FLORES aka_Latn and twi_Latn are separate translations: 8 of 2009 lines identical. Neither says which dialect it 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3 · 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What the documentation lets you check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103120"/>
                <a:gridCol w="1920240"/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FLORES-200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AfriSenti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AfriHate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MasakhaNER 2.0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A1 Language referent precise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merges 'Akan/Twi'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A2 Natively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translated (Wikipedia)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tweets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tweets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translated (MAFAND-MT)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A3 Native-speaker annotators stated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human-verified translation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explicit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A4 Agreement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k=0.51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0.46-0.81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k=0.932 POST-ADJUDICATION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A5 Compensation disclosed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'more than the minimum wage'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all annotators remunerated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A6 Datasheet / data 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5A6370"/>
                </a:solidFill>
              </a:defRPr>
            </a:pPr>
            <a:r>
              <a:t>No resource ships a datasheet. MasakhaNER's kappa is measured after adjudication; AfriSenti's is not, so the two numbers cannot be compared.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Method: five systems, one baseline, 949 test tweets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Data: AfriSenti Twi. Train 3,481, dev 388, test 949. C tuned on dev; test used once.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Baseline: TF-IDF (character 2-5 grams + words) with logistic regression, trained on Twi.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English-only: Twitter-RoBERTa, the tool an analyst reaches for by default.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Multilingual: XLM-T, zero-shot (trained on 8 languages, none of them Twi).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Translate then classify: NLLB-200 Twi to English, then the English model. Run twice, declaring the source as twi_Latn and as aka_Latn.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Metrics: macro-F1 with 95% bootstrap CI, McNemar against the baseline, and the share of positive or negative tweets called neutral.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A small model trained on Twi beats every system that claims Twi</a:t>
            </a:r>
          </a:p>
        </p:txBody>
      </p:sp>
      <p:pic>
        <p:nvPicPr>
          <p:cNvPr id="4" name="Picture 3" descr="fig2_macro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528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Baseline 0.593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XLM-T 0.337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NLLB twi 0.373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English-only 0.243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Majority 0.214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the silent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English-only tools turn Twi into neutral</a:t>
            </a:r>
          </a:p>
        </p:txBody>
      </p:sp>
      <p:pic>
        <p:nvPicPr>
          <p:cNvPr id="4" name="Picture 3" descr="fig3_neutral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35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Gold neutral rate: 15.4%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English-only predicts neutral 84.2% of the time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and calls 83.3% of positive or negative tweets neutral.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Its output carries no warning that anything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Where the systems break</a:t>
            </a:r>
          </a:p>
        </p:txBody>
      </p:sp>
      <p:pic>
        <p:nvPicPr>
          <p:cNvPr id="4" name="Picture 3" descr="fig5_sl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3760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55448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NLLB leaves "3"-spellings untranslated in 188 of 387 tweets that use them.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Changing only the declared source (twi_Latn vs aka_Latn) changes the translation of 829 of 949 tweets and the final label of 243.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Without emoji, the English model calls 95% of tweets neutral, so its other calls come mostly from emoji.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132 tweets defeat the baseline, XLM-T and NLLB alike.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Responsible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"Not reported" means not verifiable from the public record, not that the practice was absent.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I do not read Twi well enough to judge translations, so translation results are about sentiment lost, not translation errors.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One labelled Twi social corpus exists, with kappa 0.51. Every result inherits its label noise.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Google Translate was not tested (no API key). Ewe and Ga could not be evaluated: no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What Ghanaian social media mining needs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Twi capability claims rest on text translated into Twi. The only natively written labelled corpus is 4,818 tweets, and off-the-shelf tools fail on it in a way that looks like neutrality.</a:t>
            </a:r>
          </a:p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A model trained on that corpus beats every system that claims broader coverage.</a:t>
            </a:r>
          </a:p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Needed: a Ga corpus, a larger natively written Twi corpus, a convention for naming the variety, and agreement scores reported in comparable 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5482F"/>
                </a:solidFill>
              </a:defRPr>
            </a:pPr>
            <a:r>
              <a:t>Code, data manifests and notebooks: https://github.com/osamabinIaggin/dcit316-final-project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